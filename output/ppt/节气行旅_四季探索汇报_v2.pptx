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898ff3d8a043cd" /><Relationship Type="http://schemas.openxmlformats.org/officeDocument/2006/relationships/extended-properties" Target="/docProps/app.xml" Id="R7fd1fb29f14d4058" /><Relationship Type="http://schemas.openxmlformats.org/officeDocument/2006/relationships/officeDocument" Target="/ppt/presentation.xml" Id="R47b12588b6aa4d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4289c5a0954fe9"/>
  </p:sldMasterIdLst>
  <p:notesMasterIdLst>
    <p:notesMasterId xmlns:r="http://schemas.openxmlformats.org/officeDocument/2006/relationships" r:id="R29d273f4d8c642a7"/>
  </p:notesMasterIdLst>
  <p:sldIdLst>
    <p:sldId xmlns:r="http://schemas.openxmlformats.org/officeDocument/2006/relationships" id="256" r:id="Ra536c53a7a334c26"/>
    <p:sldId xmlns:r="http://schemas.openxmlformats.org/officeDocument/2006/relationships" id="257" r:id="R744de4815e47490f"/>
    <p:sldId xmlns:r="http://schemas.openxmlformats.org/officeDocument/2006/relationships" id="258" r:id="R9dd151ff354a40d5"/>
    <p:sldId xmlns:r="http://schemas.openxmlformats.org/officeDocument/2006/relationships" id="259" r:id="Rf7d18609a5764812"/>
    <p:sldId xmlns:r="http://schemas.openxmlformats.org/officeDocument/2006/relationships" id="260" r:id="R4406fdbc77214c41"/>
    <p:sldId xmlns:r="http://schemas.openxmlformats.org/officeDocument/2006/relationships" id="261" r:id="R86b200eedd0540b6"/>
    <p:sldId xmlns:r="http://schemas.openxmlformats.org/officeDocument/2006/relationships" id="262" r:id="R0445a0b051b54bd2"/>
    <p:sldId xmlns:r="http://schemas.openxmlformats.org/officeDocument/2006/relationships" id="263" r:id="Ra6b0ca8acdb94d44"/>
    <p:sldId xmlns:r="http://schemas.openxmlformats.org/officeDocument/2006/relationships" id="264" r:id="R7e8eb454fb704d96"/>
    <p:sldId xmlns:r="http://schemas.openxmlformats.org/officeDocument/2006/relationships" id="265" r:id="R647994a275a3435d"/>
    <p:sldId xmlns:r="http://schemas.openxmlformats.org/officeDocument/2006/relationships" id="266" r:id="R1a35edb053da4520"/>
    <p:sldId xmlns:r="http://schemas.openxmlformats.org/officeDocument/2006/relationships" id="267" r:id="Re50617b3038345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9b149d59cd45bd" /><Relationship Type="http://schemas.openxmlformats.org/officeDocument/2006/relationships/slideMaster" Target="/ppt/slideMasters/slideMaster1.xml" Id="R3d4289c5a0954fe9" /><Relationship Type="http://schemas.openxmlformats.org/officeDocument/2006/relationships/notesMaster" Target="/ppt/notesMasters/notesMaster1.xml" Id="R29d273f4d8c642a7" /><Relationship Type="http://schemas.openxmlformats.org/officeDocument/2006/relationships/presProps" Target="/ppt/presProps.xml" Id="R7ffd9341f75347e1" /><Relationship Type="http://schemas.openxmlformats.org/officeDocument/2006/relationships/tableStyles" Target="/ppt/tableStyles.xml" Id="Rdcd71958d0744614" /><Relationship Type="http://schemas.openxmlformats.org/officeDocument/2006/relationships/slide" Target="/ppt/slides/slide1.xml" Id="Ra536c53a7a334c26" /><Relationship Type="http://schemas.openxmlformats.org/officeDocument/2006/relationships/slide" Target="/ppt/slides/slide2.xml" Id="R744de4815e47490f" /><Relationship Type="http://schemas.openxmlformats.org/officeDocument/2006/relationships/slide" Target="/ppt/slides/slide3.xml" Id="R9dd151ff354a40d5" /><Relationship Type="http://schemas.openxmlformats.org/officeDocument/2006/relationships/slide" Target="/ppt/slides/slide4.xml" Id="Rf7d18609a5764812" /><Relationship Type="http://schemas.openxmlformats.org/officeDocument/2006/relationships/slide" Target="/ppt/slides/slide5.xml" Id="R4406fdbc77214c41" /><Relationship Type="http://schemas.openxmlformats.org/officeDocument/2006/relationships/slide" Target="/ppt/slides/slide6.xml" Id="R86b200eedd0540b6" /><Relationship Type="http://schemas.openxmlformats.org/officeDocument/2006/relationships/slide" Target="/ppt/slides/slide7.xml" Id="R0445a0b051b54bd2" /><Relationship Type="http://schemas.openxmlformats.org/officeDocument/2006/relationships/slide" Target="/ppt/slides/slide8.xml" Id="Ra6b0ca8acdb94d44" /><Relationship Type="http://schemas.openxmlformats.org/officeDocument/2006/relationships/slide" Target="/ppt/slides/slide9.xml" Id="R7e8eb454fb704d96" /><Relationship Type="http://schemas.openxmlformats.org/officeDocument/2006/relationships/slide" Target="/ppt/slides/slide10.xml" Id="R647994a275a3435d" /><Relationship Type="http://schemas.openxmlformats.org/officeDocument/2006/relationships/slide" Target="/ppt/slides/slide11.xml" Id="R1a35edb053da4520" /><Relationship Type="http://schemas.openxmlformats.org/officeDocument/2006/relationships/slide" Target="/ppt/slides/slide12.xml" Id="Re50617b3038345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82b1b6aab048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a3d52ce12d4d16" /><Relationship Type="http://schemas.openxmlformats.org/officeDocument/2006/relationships/notesMaster" Target="/ppt/notesMasters/notesMaster1.xml" Id="R5d48c3f922f941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b02b24639f485a" /><Relationship Type="http://schemas.openxmlformats.org/officeDocument/2006/relationships/notesMaster" Target="/ppt/notesMasters/notesMaster1.xml" Id="R63e067461a7541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092a3f2bac43b4" /><Relationship Type="http://schemas.openxmlformats.org/officeDocument/2006/relationships/notesMaster" Target="/ppt/notesMasters/notesMaster1.xml" Id="R087c6ae23e8640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8fb08c13c84716" /><Relationship Type="http://schemas.openxmlformats.org/officeDocument/2006/relationships/notesMaster" Target="/ppt/notesMasters/notesMaster1.xml" Id="Rddf3bef05ccd42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ecd57ef3d8493f" /><Relationship Type="http://schemas.openxmlformats.org/officeDocument/2006/relationships/notesMaster" Target="/ppt/notesMasters/notesMaster1.xml" Id="Rf0dab36aa64146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fe5afe953c4cdc" /><Relationship Type="http://schemas.openxmlformats.org/officeDocument/2006/relationships/notesMaster" Target="/ppt/notesMasters/notesMaster1.xml" Id="Rb7695f6b21794e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d332838a044f7f" /><Relationship Type="http://schemas.openxmlformats.org/officeDocument/2006/relationships/notesMaster" Target="/ppt/notesMasters/notesMaster1.xml" Id="R165c8812c2f84a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c95c06f50f43ef" /><Relationship Type="http://schemas.openxmlformats.org/officeDocument/2006/relationships/notesMaster" Target="/ppt/notesMasters/notesMaster1.xml" Id="Rce83cf852f804a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aa521416d348bd" /><Relationship Type="http://schemas.openxmlformats.org/officeDocument/2006/relationships/notesMaster" Target="/ppt/notesMasters/notesMaster1.xml" Id="Rb00c4ef989cb4c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ddb88102ce4316" /><Relationship Type="http://schemas.openxmlformats.org/officeDocument/2006/relationships/notesMaster" Target="/ppt/notesMasters/notesMaster1.xml" Id="R742b92fe90a64d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62b6b33c74447d" /><Relationship Type="http://schemas.openxmlformats.org/officeDocument/2006/relationships/notesMaster" Target="/ppt/notesMasters/notesMaster1.xml" Id="R089c89ff94284b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1c7f21036f4aa7" /><Relationship Type="http://schemas.openxmlformats.org/officeDocument/2006/relationships/notesMaster" Target="/ppt/notesMasters/notesMaster1.xml" Id="R4bc5a71b2aa742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作品定位：不是节气科普网页，而是可移动、可互动、可重玩的四季节气探索游戏。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disclosure: AI assisted code drafts, copy editing, visual layout, and test scripts; a student edited, tested, verified cultural content, and accepted the final work. No AI API is used at runtime.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a8050be8d46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abb228983b4bb4" /><Relationship Type="http://schemas.openxmlformats.org/officeDocument/2006/relationships/slideLayout" Target="/ppt/slideLayouts/slideLayout1.xml" Id="R5cd839e561ab42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d839e561ab42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d41f4406546b6" /><Relationship Type="http://schemas.openxmlformats.org/officeDocument/2006/relationships/image" Target="/ppt/media/image.png" Id="R758086caacc348d4" /><Relationship Type="http://schemas.openxmlformats.org/officeDocument/2006/relationships/notesSlide" Target="/ppt/notesSlides/notesSlide1.xml" Id="R137a3405a49844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0b16c6a7f402e" /><Relationship Type="http://schemas.openxmlformats.org/officeDocument/2006/relationships/image" Target="/ppt/media/image2.png" Id="Rf90d78c4ed404e8b" /><Relationship Type="http://schemas.openxmlformats.org/officeDocument/2006/relationships/notesSlide" Target="/ppt/notesSlides/notesSlide2.xml" Id="R4b7ee9ea12e446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8fd3b67ee4238" /><Relationship Type="http://schemas.openxmlformats.org/officeDocument/2006/relationships/image" Target="/ppt/media/image3.png" Id="Rb0695ed7242b4ba5" /><Relationship Type="http://schemas.openxmlformats.org/officeDocument/2006/relationships/image" Target="/ppt/media/image4.png" Id="Rf7bc5605dfa04321" /><Relationship Type="http://schemas.openxmlformats.org/officeDocument/2006/relationships/image" Target="/ppt/media/image5.png" Id="R543c58d1d6574090" /><Relationship Type="http://schemas.openxmlformats.org/officeDocument/2006/relationships/image" Target="/ppt/media/image6.png" Id="Rd7b9d198896e45a9" /><Relationship Type="http://schemas.openxmlformats.org/officeDocument/2006/relationships/notesSlide" Target="/ppt/notesSlides/notesSlide3.xml" Id="R420c55e7444845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ad094f23144d6" /><Relationship Type="http://schemas.openxmlformats.org/officeDocument/2006/relationships/image" Target="/ppt/media/image7.png" Id="Rf8619e1abaa1452f" /><Relationship Type="http://schemas.openxmlformats.org/officeDocument/2006/relationships/notesSlide" Target="/ppt/notesSlides/notesSlide4.xml" Id="R7ac1c70ba21747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6703b8e5142bf" /><Relationship Type="http://schemas.openxmlformats.org/officeDocument/2006/relationships/image" Target="/ppt/media/image8.png" Id="Rc59189f734404679" /><Relationship Type="http://schemas.openxmlformats.org/officeDocument/2006/relationships/notesSlide" Target="/ppt/notesSlides/notesSlide5.xml" Id="R4def98171b004d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21fdb8ab249fe" /><Relationship Type="http://schemas.openxmlformats.org/officeDocument/2006/relationships/image" Target="/ppt/media/image9.png" Id="Rd2d58b49d3824d31" /><Relationship Type="http://schemas.openxmlformats.org/officeDocument/2006/relationships/notesSlide" Target="/ppt/notesSlides/notesSlide6.xml" Id="Ra41bd792d49f4f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225161bb74e73" /><Relationship Type="http://schemas.openxmlformats.org/officeDocument/2006/relationships/image" Target="/ppt/media/image10.png" Id="Rad29da6398be4e41" /><Relationship Type="http://schemas.openxmlformats.org/officeDocument/2006/relationships/notesSlide" Target="/ppt/notesSlides/notesSlide7.xml" Id="Re9e078800de744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0c68bedcf43d6" /><Relationship Type="http://schemas.openxmlformats.org/officeDocument/2006/relationships/image" Target="/ppt/media/image11.png" Id="R467fae6a53724afb" /><Relationship Type="http://schemas.openxmlformats.org/officeDocument/2006/relationships/image" Target="/ppt/media/image12.png" Id="R3235754192704ae8" /><Relationship Type="http://schemas.openxmlformats.org/officeDocument/2006/relationships/image" Target="/ppt/media/image13.png" Id="Rf0b727e897774213" /><Relationship Type="http://schemas.openxmlformats.org/officeDocument/2006/relationships/notesSlide" Target="/ppt/notesSlides/notesSlide8.xml" Id="R2d323173649b4a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44b929056474f" /><Relationship Type="http://schemas.openxmlformats.org/officeDocument/2006/relationships/image" Target="/ppt/media/image14.png" Id="R244bb8e2631f4398" /><Relationship Type="http://schemas.openxmlformats.org/officeDocument/2006/relationships/notesSlide" Target="/ppt/notesSlides/notesSlide9.xml" Id="R90156b174edf4d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eab952ba34dcb" /><Relationship Type="http://schemas.openxmlformats.org/officeDocument/2006/relationships/notesSlide" Target="/ppt/notesSlides/notesSlide10.xml" Id="R310ca1f44efc46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59c3a7dee4025" /><Relationship Type="http://schemas.openxmlformats.org/officeDocument/2006/relationships/notesSlide" Target="/ppt/notesSlides/notesSlide11.xml" Id="Rf834c6b341ee43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95fdacc9547c9" /><Relationship Type="http://schemas.openxmlformats.org/officeDocument/2006/relationships/image" Target="/ppt/media/image15.png" Id="Re5a4f5994ba44377" /><Relationship Type="http://schemas.openxmlformats.org/officeDocument/2006/relationships/notesSlide" Target="/ppt/notesSlides/notesSlide12.xml" Id="R592cfc3f02bb4d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A1669C7-8B56-4E98-BE96-42B0E6F5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A6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5BE57-6496-4854-BB01-D2F14400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米兰设计周 · 触摸时间 · 魅力节气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2926A-E63A-4DDC-89BB-015060CA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90625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57709-F8CF-404D-BD17-6851AA1F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二十四节气的物候解谜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D4A74-15C9-4EAD-BCAD-C7ABD554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一款可以走进四季、触摸习俗的浏览器平面游戏</a:t>
            </a:r>
          </a:p>
        </p:txBody>
      </p:sp>
      <p:sp>
        <p:nvSpPr>
          <p:cNvPr id="6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F7E5B5A-73C0-4EF3-8BCB-53A009C1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B3F84-CAD6-499F-92DE-315CABBF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类数字艺术 · 数字游戏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E4F4B08-3DB0-4E4B-803C-61F4A414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623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912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C6874-B086-4EF7-BFAE-477EF1B5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195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季 × 6 关</a:t>
            </a:r>
          </a:p>
        </p:txBody>
      </p:sp>
      <p:sp>
        <p:nvSpPr>
          <p:cNvPr id="1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12AD7F5-7D9D-4393-97D1-DD04F838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623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792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9325E-D31D-40D4-9B70-89992147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24 种独立玩法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7CBC4-2DEB-401F-9BB8-08891A08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WASD 行走  ·  触屏摇杆  ·  纯前端离线可玩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29B59-E7F6-49B5-85CD-054A5F76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AI 辅助设计：代码、文案、版面与测试脚本由 AI 协助生成初稿；学生完成修改、文化核验与实际验收。AI 不参与游戏运行。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086caacc348d4"/>
          <a:srcRect xmlns:a="http://schemas.openxmlformats.org/drawingml/2006/main" l="19986" t="0" r="199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514350"/>
            <a:ext cx="4857750" cy="5619750"/>
          </a:xfrm>
          <a:prstGeom xmlns:a="http://schemas.openxmlformats.org/drawingml/2006/main" prst="roundRect">
            <a:avLst>
              <a:gd name="adj" fmla="val 5882"/>
            </a:avLst>
          </a:prstGeom>
        </p:spPr>
      </p:pic>
      <p:sp>
        <p:nvSpPr>
          <p:cNvPr id="1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E2F9AA6-F3D8-43DB-9E9F-33BF620E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619750"/>
            <a:ext cx="18669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00C6F-FFB9-435F-8343-BDDC3EA4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724525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春 · 细雨与花树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2A47A-3B2E-4009-8514-94792842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9620D-8805-41DB-8FE9-A5ACA1DE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8511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B24C01-FAD6-4055-A5EF-68E3FF3B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CORE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A4B5D-68E8-48E9-B098-2C30A107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从行走到点亮，一关由四步完成</a:t>
            </a:r>
          </a:p>
        </p:txBody>
      </p:sp>
      <p:sp>
        <p:nvSpPr>
          <p:cNvPr id="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294359E-BB73-4A3A-A7DC-36E31986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6479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9525">
            <a:solidFill>
              <a:srgbClr val="E5DE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4909C-A133-40C6-8E08-BB5CDF6F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2BEB4-D3D5-4C12-AEB1-3DD84761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行走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D2FC1-6DE4-4FEF-AC62-7D9ACA6B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WASD / 方向键 / 触屏摇杆</a:t>
            </a:r>
          </a:p>
        </p:txBody>
      </p:sp>
      <p:sp>
        <p:nvSpPr>
          <p:cNvPr id="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6640F4F-EB5D-4D94-9FAD-7AEAE8AB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26479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C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9A37E-39BC-437F-BECA-84D79AE7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09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1F3DE-ECAF-44F9-8295-76C563E8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靠近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C888A-4842-4E9E-8659-9564F026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57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寻找地图上的节气碑</a:t>
            </a:r>
          </a:p>
        </p:txBody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F87EC81-D94E-451A-AB35-355D7DD5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26479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C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BF733-927A-4A26-88E3-1F5948DC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71911-A142-4BB6-91AE-055D54A2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读教程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65704-9B17-4F9C-A23A-85BA11DA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确定前不计时、不接受操作</a:t>
            </a:r>
          </a:p>
        </p:txBody>
      </p:sp>
      <p:sp>
        <p:nvSpPr>
          <p:cNvPr id="1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59E1588-4938-441F-A0EF-C1FAEFB0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57350"/>
            <a:ext cx="26479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C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85273-0161-46FE-825F-DBC196F5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09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A6301-BD80-4446-B531-CDBFA224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C4896-D682-4F5B-978C-1E426B81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57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获得星级，点亮节气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d78c4ed404e8b"/>
          <a:srcRect xmlns:a="http://schemas.openxmlformats.org/drawingml/2006/main" l="0" t="9245" r="0" b="92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238500"/>
            <a:ext cx="5048250" cy="2857500"/>
          </a:xfrm>
          <a:prstGeom xmlns:a="http://schemas.openxmlformats.org/drawingml/2006/main" prst="roundRect">
            <a:avLst>
              <a:gd name="adj" fmla="val 7333"/>
            </a:avLst>
          </a:prstGeom>
        </p:spPr>
      </p:pic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5529099-BE53-4027-BBB3-08E44610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565785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DAF196-E4AE-408E-8B42-FF5673A4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玩法不是“看文字后点下一题”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CBB0A-3992-4E13-99C6-5337A30A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玩家要在地图中真实移动，靠近节气碑后进入独立小游戏。每关都有目标、操作、即时反馈、成功条件和星级。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5308D-DAC9-49F4-8147-418F3E55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每季 6 关  ·  全程 24 关  ·  四季天气随地图切换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499896-8C58-4703-A43D-806F68BC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星门要求：6 碑完成 + 至少 13 / 18 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9418AA-C481-4F5F-AD59-0A1B0E0B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A0ED35-DA5D-4780-9719-03349E75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9197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B7DC11-FBD4-46A1-B0A3-F4BC5736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FOUR SEASONS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23400-2834-4072-A429-437813D7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四张地图，四种天气与季节色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95ed7242b4ba5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38300"/>
            <a:ext cx="2571750" cy="23812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6231B4CC-2E29-4217-86E7-CE3F62A4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571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FE4D6-CB50-4BEC-9292-FBBD6631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春 · 雨生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D3F6B-711E-457F-84BD-3DB1249D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细雨 · 花瓣 · 嫩绿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04331-EAC1-4A71-9470-F2B3DCB0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细雨与花瓣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c5605dfa04321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1638300"/>
            <a:ext cx="2571750" cy="23812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5E45F37A-0E03-4D43-A267-D358383A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52900"/>
            <a:ext cx="2571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0C60C-5A6B-49D8-84E4-C59E6408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053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夏 · 长明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5AEE9-286C-4C9D-B200-B5995A75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339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烈日 · 热浪 · 稻田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15D6D-CAB6-4C50-888F-883BC245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673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烈日与热浪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c58d1d6574090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638300"/>
            <a:ext cx="2571750" cy="23812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6FFA88A-8268-49F8-A43F-7E2D80A1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52900"/>
            <a:ext cx="2571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EA83F-F443-49AD-A488-4C7C107A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053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秋 · 丰收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7C283-FA15-4CC8-851E-BEA9FC92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339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金风 · 落叶 · 柿树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21074-5524-4B3F-AC7D-C47B93E6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673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旋转落叶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9d198896e45a9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1638300"/>
            <a:ext cx="2571750" cy="23812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1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F7E75F78-F360-4C10-8251-851CD45F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52900"/>
            <a:ext cx="2571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1A0EA-AD21-4AD6-BDFE-2DDD2880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053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冬 · 瑞雪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3C85D-D8D5-47E7-BA66-C42A87C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339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飘雪 · 冰面 · 雪松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98BC1D-F585-4937-93CA-D23F62CD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673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多层降雪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32C230-4E70-4113-B2EE-BD817542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四季节奏不靠换配色：天气粒子、场景构件、地表色与 HUD 会一起变化。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1B6E5-8E0C-4B95-B0DC-2CD6A535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CBCEC2-A257-49F4-8324-F33B5343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0283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9A898-691E-4947-803C-7D4D413B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SPRING · 6 UNIQUE GAMES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CEA18-7291-4180-8EF4-B54BF212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春之章 · 六种操作从春日开始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2D0CA-ACC4-4955-B70E-D561C43D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同章六关使用六种不同操作；全作 24 关机制全局唯一。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19e1abaa1452f"/>
          <a:srcRect xmlns:a="http://schemas.openxmlformats.org/drawingml/2006/main" l="11927" t="0" r="11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4762500" cy="43434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5B1C19D-6029-48BE-9FD1-D23F381C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5CC2A-6179-4F5C-B3BB-8B6538AB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EBC02-F010-448D-909E-566CAD3E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立春｜移动竹篮接春饼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B24A56E1-6E81-493B-B907-E0D8D027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37489-7E2A-46A6-9F86-EEF1CF33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756F1-0546-4EC4-9752-DE046DEE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雨水｜记忆并复现稻色</a:t>
            </a:r>
          </a:p>
        </p:txBody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BFFCB45-AB3B-4E2C-AFEC-32347202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2A322-E5B0-40C1-8D86-8365BDA3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3F70D-F11F-4C55-8FA9-DDEEFB31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惊蛰｜节拍收拢时击鼓</a:t>
            </a:r>
          </a:p>
        </p:txBody>
      </p:sp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5FB2D15C-57E5-4736-AF24-67024E37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2383D-99B0-4208-AA69-B0C77892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D68F8-16B0-4F22-9830-50FEAD26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春分｜绿色时机区立蛋</a:t>
            </a:r>
          </a:p>
        </p:txBody>
      </p:sp>
      <p:sp>
        <p:nvSpPr>
          <p:cNvPr id="1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63190F5-0248-4085-B234-0F388963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EFE18-9DB0-4797-9E9D-D688A10D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04F2F-6733-4DA2-AB95-CC9359A3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清明｜拖动部件拼纸鸢</a:t>
            </a:r>
          </a:p>
        </p:txBody>
      </p:sp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DAB270F-479A-4F71-9F7E-CA07DAFD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76FF5-6FE5-4FE5-B93C-1BBE6420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64CF5F-F034-4FAD-8BA5-3347BA3F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谷雨｜分拣茶芽与杂质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CC06C-9888-46D3-A770-5D3758D3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E46857-A131-4B62-B156-1C4C8D2D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7289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9E556-306F-4FD1-88BA-6691CAFF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SUMMER · 6 UNIQUE GAMES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8E5D1-34BD-400D-B2F7-BB2954F1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夏之章 · 农事与夏日的动作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4F534-104F-4DC6-B4AD-F6B5CCCB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同章六关使用六种不同操作；全作 24 关机制全局唯一。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189f734404679"/>
          <a:srcRect xmlns:a="http://schemas.openxmlformats.org/drawingml/2006/main" l="11927" t="0" r="11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4762500" cy="43434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63DA8419-7557-42F6-8034-0E5550EF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A8268-C758-4CAA-A5B3-D0A87D47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C5BA9-62EC-46CA-B61A-CA6CDEE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立夏｜瞄准移动的对手蛋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3CD303A-7BF0-4980-B78D-E51F65F7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40B66-EC80-427C-BEAA-FFBDEBCC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E9764-8D71-468F-B68D-E856FF18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小满｜左右交替踩水车</a:t>
            </a:r>
          </a:p>
        </p:txBody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369C572-8535-4E09-9744-39CA43F4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47CCA-86B7-4C45-98A5-F2DA9D10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23927-920B-4416-B800-CCD0868F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芒种｜拖秧苗栽满水田</a:t>
            </a:r>
          </a:p>
        </p:txBody>
      </p:sp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C59EFA6-7651-4628-920C-C98CBBBC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867A6-9EA9-4155-AB06-DA1EBC89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7338A-A6C1-4E17-A29B-2C061C82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夏至｜沿虚线拖动拉面</a:t>
            </a:r>
          </a:p>
        </p:txBody>
      </p:sp>
      <p:sp>
        <p:nvSpPr>
          <p:cNvPr id="1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803FA2D-4F80-43EB-A8CE-DE0E3389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C4A4F-774C-4455-8DA9-B42BA315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06CB2-3868-4238-A578-373E6A84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小暑｜看天色选择晒或收</a:t>
            </a:r>
          </a:p>
        </p:txBody>
      </p:sp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B355627D-04F8-4614-91AC-DCDBBDF8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2EC446-36C2-474D-9A8B-C6BC8E33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C6D75-ECD7-4D59-9833-96345968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大暑｜掌舵收福灯避河石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C4A29-BE9C-4278-9268-15CBC80C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ED955-68EB-4F51-944D-EB5AA919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170751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4D3262-F241-4B43-A4D5-E4A71F67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AUTUMN · 6 UNIQUE GAMES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6C1BE-19B2-4B17-96B2-86C0A2B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秋之章 · 丰收动作各有不同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39CBE-925A-4B01-8FCC-A4DDAB06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同章六关使用六种不同操作；全作 24 关机制全局唯一。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58b49d3824d31"/>
          <a:srcRect xmlns:a="http://schemas.openxmlformats.org/drawingml/2006/main" l="11927" t="0" r="11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4762500" cy="43434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000952E0-D9E5-4B92-96CC-B4329F3E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7CB2F-9BFF-409F-9691-C5E3605C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0DD05-6557-4F50-9565-BFF29E96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立秋｜红黄作物拖上晒架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39F648A-1D89-405B-9B77-484EBC03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E3D79-AB1F-4094-8989-3B647E19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0305C-2409-4F38-B829-68767371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处暑｜点击河岸推灯绕礁</a:t>
            </a:r>
          </a:p>
        </p:txBody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52A6A9E-B212-4E68-86EA-9F9678FE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0E471-C305-40A9-8F5D-BAB75BE6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F8EE4-8BFA-4878-8693-B49CA94F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白露｜露珠消失前点入盅</a:t>
            </a:r>
          </a:p>
        </p:txBody>
      </p:sp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EF3EB8F-3403-4B8D-9E68-4D2A99F8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6D590-D157-4620-BDC3-C61D498A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2E829-D51B-4BAF-A24F-DCB6217C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秋分｜旋转三层月纹礼盘</a:t>
            </a:r>
          </a:p>
        </p:txBody>
      </p:sp>
      <p:sp>
        <p:nvSpPr>
          <p:cNvPr id="1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B0C80A81-A595-41F4-9882-201E00B7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54670-C89A-45C4-B402-9C9B57E6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4480B-01BF-4364-8B70-247D110B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寒露｜由低到高依次踏石</a:t>
            </a:r>
          </a:p>
        </p:txBody>
      </p:sp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76B67E2-08C2-4031-BA9D-893C4EE4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0539CE-68AA-48E8-86AC-1DE40F61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85BDE-8C60-413C-8BA0-6D819D88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霜降｜按住树干左右摇柿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DF131-FBDF-414B-BECE-E8CDC1DA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0FA42-15AF-4F4F-80C9-667AEACB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83194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1AA23B-BC6E-42B5-B87A-3F36ACE0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WINTER · 6 UNIQUE GAMES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30A88-3A44-4467-9E88-51F3DD32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冬之章 · 手势让冬日生活可触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990D0-26FB-40B0-8BD0-009F8BD7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同章六关使用六种不同操作；全作 24 关机制全局唯一。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9da6398be4e41"/>
          <a:srcRect xmlns:a="http://schemas.openxmlformats.org/drawingml/2006/main" l="11927" t="0" r="11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4762500" cy="43434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530DC72-2840-4831-B20E-63617F95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0C56E-EBE6-4E1D-96EC-6D35F17D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EE403-5B51-4224-93F2-3FDA14AA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立冬｜按住面皮折合饺子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054EE56-CDA8-44FC-BFA8-06A61A0F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D7273-6802-4469-BCC3-4271C823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D8AD7-7AD9-4118-BCF6-2B1ADDFC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小雪｜持盐罐覆盖肉条</a:t>
            </a:r>
          </a:p>
        </p:txBody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4223D01-0D10-4F76-9223-1F1C128E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9C985-F8B2-477C-AADE-8A61C0B5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8CF21-63E6-4A40-B37F-9918A0ED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大雪｜拖扫帚清除雪堆</a:t>
            </a:r>
          </a:p>
        </p:txBody>
      </p:sp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5BC6AE4-6120-4668-8061-978F257A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20513-B3EA-4AB1-A9DF-B390CDF2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3BAC8-EAF2-4509-921E-BFE1A5B2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冬至｜画圈搓出三颗汤圆</a:t>
            </a:r>
          </a:p>
        </p:txBody>
      </p:sp>
      <p:sp>
        <p:nvSpPr>
          <p:cNvPr id="1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F63049C4-4604-41B7-BF90-63190EB0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A563C-251C-414E-A872-4BEB1FE5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F8B33-6404-4C0C-9BE8-4EF0DC2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小寒｜按序投料煮腊八粥</a:t>
            </a:r>
          </a:p>
        </p:txBody>
      </p:sp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B1E0CC5-D240-4254-8916-3292BC9F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FE979-9169-4FD7-A6F6-49AF3136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BA437C-CE3A-483E-AD39-C8FF9DA3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大寒｜快速划动清理尘团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E945E-F682-496D-880C-3272ADF0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7E824-369E-496E-8E79-02CFEDF8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92358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E6178-3DAF-40DD-BE65-157B5EB2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BE33D-6D23-49E8-9DC7-855A166D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不是换皮：24 关对应 24 种操作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1AF7C-5DFB-494F-B693-5CAF4A80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重复的接取、节奏、分类与时机玩法已改为新的空间与手势操作。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fae6a53724afb"/>
          <a:srcRect xmlns:a="http://schemas.openxmlformats.org/drawingml/2006/main" l="965" t="0" r="9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3524250" cy="2495550"/>
          </a:xfrm>
          <a:prstGeom xmlns:a="http://schemas.openxmlformats.org/drawingml/2006/main" prst="roundRect">
            <a:avLst>
              <a:gd name="adj" fmla="val 7634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5754192704ae8"/>
          <a:srcRect xmlns:a="http://schemas.openxmlformats.org/drawingml/2006/main" l="965" t="0" r="9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1695450"/>
            <a:ext cx="3524250" cy="2495550"/>
          </a:xfrm>
          <a:prstGeom xmlns:a="http://schemas.openxmlformats.org/drawingml/2006/main" prst="roundRect">
            <a:avLst>
              <a:gd name="adj" fmla="val 7634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727e897774213"/>
          <a:srcRect xmlns:a="http://schemas.openxmlformats.org/drawingml/2006/main" l="965" t="0" r="9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8150" y="1695450"/>
            <a:ext cx="3524250" cy="2495550"/>
          </a:xfrm>
          <a:prstGeom xmlns:a="http://schemas.openxmlformats.org/drawingml/2006/main" prst="roundRect">
            <a:avLst>
              <a:gd name="adj" fmla="val 763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ECEA5-384F-43BD-B0E5-392F32BB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先教程，后开始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E20EF-1546-4C3A-A87E-5537E2C1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确认前不计时、不响应画布操作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3947A-04B5-450C-895A-1AE9A3C3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24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清明拖件拼纸鸢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83E1D-0F8D-4C24-BFF5-562A39CC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76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风筝面、竹骨、飘带与线轴分别就位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E04BC-867D-44A1-AD82-9D0B60BE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夏至沿虚线拉面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082CA-3866-4738-92ED-B8002A00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76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按住面头拖动 17 个路径节点</a:t>
            </a:r>
          </a:p>
        </p:txBody>
      </p:sp>
      <p:sp>
        <p:nvSpPr>
          <p:cNvPr id="1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69784A4A-3BF4-4FEE-8302-2341F449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036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0ABCB-FBFE-424D-ACA8-8D56BD13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还有斗蛋瞄准、交替踩踏、插秧拖放、晒秋挂架、河灯操舵、点露、月盘校准、登阶与摇树等独立机制。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A53B4-48A6-4C37-B233-8D50F253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E53D2-5303-49E2-A510-D156D082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9317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28EE9-BE0E-4256-A546-E22EEC1F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011F7-A426-4B0C-BAFB-5561F51C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电脑、触屏与键盘都能进入同一套玩法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bb8e2631f4398"/>
          <a:srcRect xmlns:a="http://schemas.openxmlformats.org/drawingml/2006/main" l="980" t="0" r="9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4572000" cy="3238500"/>
          </a:xfrm>
          <a:prstGeom xmlns:a="http://schemas.openxmlformats.org/drawingml/2006/main" prst="roundRect">
            <a:avLst>
              <a:gd name="adj" fmla="val 6471"/>
            </a:avLst>
          </a:prstGeom>
        </p:spPr>
      </p:pic>
      <p:sp>
        <p:nvSpPr>
          <p:cNvPr id="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79C00F6-C257-4379-8BB9-178DBEFE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95450"/>
            <a:ext cx="6019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849CD-A357-4C6C-8890-1084BB4C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47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电脑键盘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EED1F-865A-45E5-A9F7-7A6EC457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478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WASD / 方向键移动</a:t>
            </a:r>
          </a:p>
          <a:p xmlns:a="http://schemas.openxmlformats.org/drawingml/2006/main">
            <a:pPr algn="l"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E / 空格互动与确认</a:t>
            </a:r>
          </a:p>
        </p:txBody>
      </p:sp>
      <p:sp>
        <p:nvSpPr>
          <p:cNvPr id="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FEEE835-6ED2-4B4B-B36A-5FEF0091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19400"/>
            <a:ext cx="6019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94900-DA4C-4194-BE52-563EF444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71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手机触屏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334C2-6ACF-4D47-8BD6-8708D027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718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拖动虚拟摇杆</a:t>
            </a:r>
          </a:p>
          <a:p xmlns:a="http://schemas.openxmlformats.org/drawingml/2006/main">
            <a:pPr algn="l"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按钮从“行”切换为“往”</a:t>
            </a:r>
          </a:p>
        </p:txBody>
      </p:sp>
      <p:sp>
        <p:nvSpPr>
          <p:cNvPr id="1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02E615AD-7CBC-4BAC-BAA1-27B0BA02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943350"/>
            <a:ext cx="6019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60C0D-FCDC-4C03-BB2C-66E0FAA3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95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本地存档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7188F-F4DE-4289-84AD-E590FAFF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95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localStorage 保存进度</a:t>
            </a:r>
          </a:p>
          <a:p xmlns:a="http://schemas.openxmlformats.org/drawingml/2006/main">
            <a:pPr algn="l"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刷新页面可继续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B80EB-C397-40B6-B7E5-542EEB3B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200650"/>
            <a:ext cx="601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390 × 844 已通过触屏验收：无横向溢出，互动按钮 68 × 68px。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C1AB6-A4E3-4CB4-A586-2154D4A8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DA9FC-A98B-4F96-9055-A3EBCEC2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7063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2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99C324-F104-4D03-B1CC-3D1F30BF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A044"/>
                </a:solidFill>
                <a:latin typeface="Microsoft YaHei"/>
                <a:ea typeface="Microsoft YaHei"/>
                <a:cs typeface="Microsoft YaHei"/>
              </a:rPr>
              <a:t>PROGRESSION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9D74C-726D-4179-B2ED-77D969B3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最佳星级不累加，超过 2/3 才能“往”</a:t>
            </a:r>
          </a:p>
        </p:txBody>
      </p:sp>
      <p:sp>
        <p:nvSpPr>
          <p:cNvPr id="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029B46E-D0C4-4AB5-A900-88C1DF53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143500" cy="39243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6A886-0CE0-48E7-945A-EA55BD5F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12 / 18 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51603-DD35-435D-8635-F921E788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193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未通过</a:t>
            </a:r>
          </a:p>
        </p:txBody>
      </p:sp>
      <p:sp>
        <p:nvSpPr>
          <p:cNvPr id="6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5D9635FA-84F3-4835-B56C-FCFD4A8B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F23A8096-FBF1-4CBE-B59A-B87BD582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46A5E75-3D9D-423F-9384-070F6152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6114128C-FC17-4BBE-BFE6-528BE67D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893F5CF-A753-4E6A-AF25-014BD600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33CCDF8-B770-465A-B4B5-A3C0378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815C73E-6424-47E9-B407-56945182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39CD00C-0038-434A-AF30-EEABCA97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6E36383-03B6-4AB7-897F-A2F4B0BA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C46924D-12D3-46A0-A7B4-AE5ADA47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6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53017EC-FD2B-4FF6-9B19-11B5FA2E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50475E3-9B32-4ADF-9C19-2A736A3A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B72E81F-9905-4F5D-A6C5-D3652A2F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1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B226DD7D-4B5A-4DC8-BD75-E7C71E4C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DDEC337-F52B-44C2-B9D2-09B90AE4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2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3B4F2FFD-FEBA-4554-9799-FB16643D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2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8CA2872-0D60-49CC-9CA6-F80024D7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2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EE0296E-4413-4943-B1FB-88AB07BF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6FF947-08F4-479D-9220-62547EEB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本季 6 个节气碑全部完成，但星门仍保持关闭。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E13D9A-D842-4E5A-A9EA-4B637CC9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12 星不能进入下一季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D832FC-E086-4A2B-AAED-1C84354D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13 / 18 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103B4A-25FE-49FD-ADFF-8E6DFBE5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193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已通过</a:t>
            </a:r>
          </a:p>
        </p:txBody>
      </p:sp>
      <p:sp>
        <p:nvSpPr>
          <p:cNvPr id="2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5C9B080-3342-4669-AE3F-9EEC9347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2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6B5B0F9-CF80-46A9-A931-EEF69160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B7ED515-70DD-485A-8440-B1EC3A4E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26FBD07-FD8E-44A4-82D1-AC696F18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013DF09E-8372-4DE4-9634-A9BEEB5C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5C2F1AB-0F11-44A0-B214-D298200D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AD8BEF2-51C6-484A-9351-FCF5B10C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0BA73BA-DCEE-4530-A712-147108DD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6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C56E281-B83C-4CB0-A45B-255C122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5796053D-3319-4880-A0DE-C55C86B4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323757B8-4786-4081-B6B7-FA34E106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0288CF9-392E-4682-B5DF-B78AC9A4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4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B79FDC2-02E6-4128-925C-1A1B039A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4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06AED0A4-9917-46B8-8164-5803A3B6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4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523B71E-D47A-4710-9FB9-134C098C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4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F43FC02B-5B0C-4855-ABE2-F8368CF3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4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A7933D2-D246-4A27-8959-703A869E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4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67DE2DD-2E24-43F3-9BD6-C74031DB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68659F-3036-4F82-8A18-4DE2E34D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超过 18 星的三分之二，点击地图上的“往”即可进入下一季。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F50935-5AB2-47AC-A0BC-0AF10567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13 星开启“往”星门</a:t>
            </a:r>
          </a:p>
        </p:txBody>
      </p:sp>
      <p:sp>
        <p:nvSpPr>
          <p:cNvPr id="4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55EB41D-495D-4A4F-8500-696FE8A1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364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B64594-8C1F-470E-B7D4-85D733D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每关只保存历史最佳：首次 1 星 → 重玩 3 星 → 再重玩 1 星，记录仍是 3 星。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6295D2-7961-450F-91CA-B6CE8742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BE9CB9-311F-480D-8179-9B51AAAE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87403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3889F-5774-4A7F-BE39-FE367A6F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TECH &amp; DISCLOSURE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FF1F2-FC70-45C7-8FB6-854178B3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纯前端运行，AI 只参与创作辅助</a:t>
            </a:r>
          </a:p>
        </p:txBody>
      </p:sp>
      <p:sp>
        <p:nvSpPr>
          <p:cNvPr id="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38E9554A-456E-4459-810D-5D5353EC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5780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56579-92EC-4237-9A38-8CB050E0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运行技术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B1F55-4D6F-4560-B1B3-FD967F29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648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HTML5 Canvas · CSS3 · 原生 JavaScript · localStorage</a:t>
            </a:r>
          </a:p>
          <a:p xmlns:a="http://schemas.openxmlformats.org/drawingml/2006/main">
            <a:pPr algn="l">
              <a:def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无后端、无登录、无外部 AI API、无专用硬件</a:t>
            </a:r>
          </a:p>
          <a:p xmlns:a="http://schemas.openxmlformats.org/drawingml/2006/main">
            <a:pPr algn="l">
              <a:def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无第三方游戏引擎、图片、字体、音乐或运行时库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46050-00FA-40C4-9471-E77D333E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离线能力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F5051-038A-437F-A1A5-E9FAEEC6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目录版与单文件离线版均可运行；离线测试网络请求为 0。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8E46CA9-E51E-4B7D-B8DF-2C0F15FE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541020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5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F3C18-B5F7-4710-8D70-C4639C4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AI 辅助设计声明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1F929-3142-4FD9-B0AA-6735CA83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参与环节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7D3AD-E2F5-4405-BF7F-0E21BAB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81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代码初稿、文案整理、展示版面与测试脚本。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B0B0F-5B56-4120-A8AF-572BB09F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学生工作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8040C-2F6F-4492-8DA5-6C57FBE0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81400"/>
            <a:ext cx="4819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确定玩法、修改交互、核验习俗、实际试玩与验收，并对最终提交负责。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2F8D5-BEA3-4345-9289-97FB4A0F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游戏运行时不调用 AI，也不包含任何外部 AI API。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25FA6-6B6A-40CB-91D5-1AE939B0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资料来源与AI说明见作品文档；具体习俗仍需在提交前逐条复核地域表述。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92A56-39C1-47B8-AB09-DCE52884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EB283-5D18-4066-94A3-7CD165BC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812766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A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4f5994ba44377"/>
          <a:srcRect xmlns:a="http://schemas.openxmlformats.org/drawingml/2006/main" l="20583" t="0" r="205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F983C84-3666-404C-BA56-17D51EF7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06A9C-A868-4B05-9A68-42EFE103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D8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DD8C1"/>
                </a:solidFill>
                <a:latin typeface="Microsoft YaHei"/>
                <a:ea typeface="Microsoft YaHei"/>
                <a:cs typeface="Microsoft YaHei"/>
              </a:rPr>
              <a:t>TOUCHING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15B52-D13A-4A8D-A30E-7DC501F2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让时间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重新行走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E0CCC-6E9A-4763-B3AE-903BF8C0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F3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F3E9"/>
                </a:solidFill>
                <a:latin typeface="Microsoft YaHei"/>
                <a:ea typeface="Microsoft YaHei"/>
                <a:cs typeface="Microsoft YaHei"/>
              </a:rPr>
              <a:t>《节气行旅：二十四节气的物候解谜》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5F178-6E8A-4197-ADA6-FC3C2CB9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D9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D99D"/>
                </a:solidFill>
                <a:latin typeface="Microsoft YaHei"/>
                <a:ea typeface="Microsoft YaHei"/>
                <a:cs typeface="Microsoft YaHei"/>
              </a:rPr>
              <a:t>4 季地图 · 24 个节气碑 · 24 种独立玩法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1060D-F70D-4671-AE5F-D90889A7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D8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DD8C1"/>
                </a:solidFill>
                <a:latin typeface="Microsoft YaHei"/>
                <a:ea typeface="Microsoft YaHei"/>
                <a:cs typeface="Microsoft YaHei"/>
              </a:rPr>
              <a:t>在线试玩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B1427-08C2-43A8-8CD6-5E50D5CA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fuan20070330-sudo.github.io/jieqi-xinglv/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A5987-A5EC-42AE-B450-E83B96CC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8D7D7"/>
                </a:solidFill>
                <a:latin typeface="Microsoft YaHei"/>
                <a:ea typeface="Microsoft YaHei"/>
                <a:cs typeface="Microsoft YaHei"/>
              </a:rPr>
              <a:t>浏览器直接打开 · 无登录 · 核心玩法可离线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9045C-A760-41C9-8597-232A1C87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触摸时间 · 魅力节气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21EFF-1719-4D66-A6EE-DD315B56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98272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2026-10-25T15:52:50.5590000Z</dcterms:created>
  <dcterms:modified xsi:type="dcterms:W3CDTF">2026-10-25T15:52:50.5590000Z</dcterms:modified>
</coreProperties>
</file>